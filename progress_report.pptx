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algun Gothic"/>
              </a:rPr>
              <a:t>HandAvatar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0C4FF"/>
                </a:solidFill>
                <a:latin typeface="Malgun Gothic"/>
              </a:rPr>
              <a:t>프로젝트 진행 보고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611880"/>
            <a:ext cx="450799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  <a:latin typeface="Malgun Gothic"/>
              </a:rPr>
              <a:t>손 제스처 → 동물 애니메이션 실시간 제어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algun Gothic"/>
              </a:rPr>
              <a:t>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9BD5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53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이번 기간 작업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93391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3911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B9BD5"/>
                </a:solidFill>
                <a:latin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6654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Blend 모드 완성 (5/22 ~ 5/29)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06624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523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0AD47"/>
                </a:solidFill>
                <a:latin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797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Locomotion 시스템 구현 (6/2 ~ 6/3)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19856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465575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0AD47"/>
                </a:solidFill>
                <a:latin typeface="Malgun Gothi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93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손 추적 파이프라인 개선 (6/4)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33087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78807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000"/>
                </a:solidFill>
                <a:latin typeface="Malgun Gothic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algun Gothic"/>
              </a:rPr>
              <a:t>현재 시스템 시연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892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6644"/>
                </a:solidFill>
                <a:latin typeface="Malgun Gothic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194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algun Gothic"/>
              </a:rPr>
              <a:t>미해결 문제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59552"/>
            <a:ext cx="640080" cy="548640"/>
          </a:xfrm>
          <a:prstGeom prst="rect">
            <a:avLst/>
          </a:prstGeom>
          <a:solidFill>
            <a:srgbClr val="1A1A3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6052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CCCCC"/>
                </a:solidFill>
                <a:latin typeface="Malgun Gothic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3270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algun Gothic"/>
              </a:rPr>
              <a:t>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이번 기간 작업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5/22 ~ 6/4 주요 변경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5 /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234440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30759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Spider 매핑 파이프라인 완전 재구축, KeyframeMappingEngine axis 버그 수정,
Unity 에디터 UI 개선 (Include 체크박스, 매핑 필터링)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B9BD5"/>
                </a:solidFill>
                <a:latin typeface="Malgun Gothic"/>
              </a:rPr>
              <a:t>5 / 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148840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22199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Blend 모드 버그 7개 수정 — restRotation T-포즈, chains 덮어쓰기,
Euler 180° 경계 점프, Death sin 커브, LDA 임계값 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004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000"/>
                </a:solidFill>
                <a:latin typeface="Malgun Gothic"/>
              </a:rPr>
              <a:t>5 /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063240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13639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시스템 전체 문서화 (blend_mode.md), 발표자료 1차 제작,
LDA → min_distance 교체 방향 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39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14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AD47"/>
                </a:solidFill>
                <a:latin typeface="Malgun Gothic"/>
              </a:rPr>
              <a:t>6 / 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3977639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050791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Locomotion 시스템 설계 및 구현 — LocomotionMapper, AnimalLocomotion,
LocomotionConfigEditor 신규 작성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92040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0292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AD47"/>
                </a:solidFill>
                <a:latin typeface="Malgun Gothic"/>
              </a:rPr>
              <a:t>6 / 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4892040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96519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PythonLauncher (Unity Editor 창), FollowCamera (3인칭) 추가,
첫 Locomotion 실행 테스트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806440"/>
            <a:ext cx="1280160" cy="749808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943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AD47"/>
                </a:solidFill>
                <a:latin typeface="Malgun Gothic"/>
              </a:rPr>
              <a:t>6 / 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5806440"/>
            <a:ext cx="10149840" cy="749808"/>
          </a:xfrm>
          <a:prstGeom prst="rect">
            <a:avLst/>
          </a:prstGeom>
          <a:solidFill>
            <a:srgbClr val="161626"/>
          </a:solidFill>
          <a:ln w="190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879592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손 추적 안정화 (palm-local frame, 커플링, DOF delta 트리거),
이산 속도, velocity deadzone, HUD 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Blend 모드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주요 버그 7개 수정 — 5/22 ~ 5/29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583680" cy="5029200"/>
          </a:xfrm>
          <a:prstGeom prst="rect">
            <a:avLst/>
          </a:prstGeom>
          <a:solidFill>
            <a:srgbClr val="0D0D2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D5"/>
                </a:solidFill>
                <a:latin typeface="Malgun Gothic"/>
              </a:rPr>
              <a:t>수정된 버그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① restRotation T-포즈  </a:t>
            </a:r>
            <a:r>
              <a:rPr sz="1400">
                <a:solidFill>
                  <a:srgbClr val="FFFFFF"/>
                </a:solidFill>
                <a:latin typeface="Malgun Gothic"/>
              </a:rPr>
              <a:t>Idle→Active 전환 시 재캡처로 수정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② body_mapping 분리  </a:t>
            </a:r>
            <a:r>
              <a:rPr sz="1400">
                <a:solidFill>
                  <a:srgbClr val="FFFFFF"/>
                </a:solidFill>
                <a:latin typeface="Malgun Gothic"/>
              </a:rPr>
              <a:t>bone/bodyik_001 매핑 독립, atack1 제외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③ Euler 180° 경계 점프  </a:t>
            </a:r>
            <a:r>
              <a:rPr sz="1400">
                <a:solidFill>
                  <a:srgbClr val="FFFFFF"/>
                </a:solidFill>
                <a:latin typeface="Malgun Gothic"/>
              </a:rPr>
              <a:t>최단경로 보간 _short() 추가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④ Death sin 커브 복귀  </a:t>
            </a:r>
            <a:r>
              <a:rPr sz="1400">
                <a:solidFill>
                  <a:srgbClr val="FFFFFF"/>
                </a:solidFill>
                <a:latin typeface="Malgun Gothic"/>
              </a:rPr>
              <a:t>후반부 alpha=1.0 유지 (min(t,0.5))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⑤ LDA 임계값 오류  </a:t>
            </a:r>
            <a:r>
              <a:rPr sz="1400">
                <a:solidFill>
                  <a:srgbClr val="FFFFFF"/>
                </a:solidFill>
                <a:latin typeface="Malgun Gothic"/>
              </a:rPr>
              <a:t>threshold 739→~16, 트리거 정상화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⑥ chains 덮어쓰기  </a:t>
            </a:r>
            <a:r>
              <a:rPr sz="1400">
                <a:solidFill>
                  <a:srgbClr val="FFFFFF"/>
                </a:solidFill>
                <a:latin typeface="Malgun Gothic"/>
              </a:rPr>
              <a:t>depth-tracking 루프로 기존 chains 보존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⑦ Direct 엔진 미캘리브  </a:t>
            </a:r>
            <a:r>
              <a:rPr sz="1400">
                <a:solidFill>
                  <a:srgbClr val="FFFFFF"/>
                </a:solidFill>
                <a:latin typeface="Malgun Gothic"/>
              </a:rPr>
              <a:t>_engine_direct.calibrate() 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188720"/>
            <a:ext cx="4754880" cy="2286000"/>
          </a:xfrm>
          <a:prstGeom prst="rect">
            <a:avLst/>
          </a:prstGeom>
          <a:solidFill>
            <a:srgbClr val="0D0D2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상태머신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  normal
  ↓  DOF delta 10f 조건
  trigger (Attack1 / Attack2)
  ↓  keyframe 재생 완료
  cooldown (30f)
  ↓
 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657600"/>
            <a:ext cx="4754880" cy="2560320"/>
          </a:xfrm>
          <a:prstGeom prst="rect">
            <a:avLst/>
          </a:prstGeom>
          <a:solidFill>
            <a:srgbClr val="1A1A30"/>
          </a:solidFill>
          <a:ln w="19050">
            <a:solidFill>
              <a:srgbClr val="55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  <a:latin typeface="Malgun Gothic"/>
              </a:rPr>
              <a:t>📹 Attack1/Attack2 시연 영상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Locomotion 시스템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wrist_dev → 방향 전환 / finger velocity → 이동 속도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92024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61872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D5"/>
                </a:solidFill>
                <a:latin typeface="Malgun Gothic"/>
              </a:rPr>
              <a:t>손
(wrist_dev)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188720"/>
            <a:ext cx="192024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1261872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0AD47"/>
                </a:solidFill>
                <a:latin typeface="Malgun Gothic"/>
              </a:rPr>
              <a:t>LocomotionMapper
(Python)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192024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61872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0"/>
                </a:solidFill>
                <a:latin typeface="Malgun Gothic"/>
              </a:rPr>
              <a:t>WebSocket
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188720"/>
            <a:ext cx="192024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61872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0AD47"/>
                </a:solidFill>
                <a:latin typeface="Malgun Gothic"/>
              </a:rPr>
              <a:t>AnimalLocomotion
(Unity)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508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188720"/>
            <a:ext cx="1920240" cy="1005840"/>
          </a:xfrm>
          <a:prstGeom prst="rect">
            <a:avLst/>
          </a:prstGeom>
          <a:solidFill>
            <a:srgbClr val="1A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261872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D5"/>
                </a:solidFill>
                <a:latin typeface="Malgun Gothic"/>
              </a:rPr>
              <a:t>transform
이동/회전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23160"/>
            <a:ext cx="5669280" cy="3749039"/>
          </a:xfrm>
          <a:prstGeom prst="rect">
            <a:avLst/>
          </a:prstGeom>
          <a:solidFill>
            <a:srgbClr val="0D200D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LocomotionMapper (Python)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방향 (yaw_delta)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wrist_dev − ref_wrist_dev → deadzone 8°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deadzone 초과분 × dir_scale → °/frame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속도 (speed)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finger velocity (DOF 벡터 L2 노름)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deadzone 12 이하 노이즈 제거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EMA 평활화 후 × VEL_SCALE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FFC000"/>
                </a:solidFill>
                <a:latin typeface="Malgun Gothic"/>
              </a:rPr>
              <a:t>이산화 (Unity)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speed &lt; 0.05 → STOP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FFFFFF"/>
                </a:solidFill>
                <a:latin typeface="Malgun Gothic"/>
              </a:rPr>
              <a:t>  speed ≥ 0.05 → NORMAL (20 units/s)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23160"/>
            <a:ext cx="5669280" cy="1645920"/>
          </a:xfrm>
          <a:prstGeom prst="rect">
            <a:avLst/>
          </a:prstGeom>
          <a:solidFill>
            <a:srgbClr val="0D200D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D5"/>
                </a:solidFill>
                <a:latin typeface="Malgun Gothic"/>
              </a:rPr>
              <a:t>AnimalLocomotion (Unity)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  • STOP / NORMAL SPEED HUD 표시
  • TURNING LEFT / RIGHT 표시
  • valid=False → 즉시 정지
  • FollowCamera 3인칭 추적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06240"/>
            <a:ext cx="5669280" cy="1965960"/>
          </a:xfrm>
          <a:prstGeom prst="rect">
            <a:avLst/>
          </a:prstGeom>
          <a:solidFill>
            <a:srgbClr val="1A1A30"/>
          </a:solidFill>
          <a:ln w="19050">
            <a:solidFill>
              <a:srgbClr val="55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9149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  <a:latin typeface="Malgun Gothic"/>
              </a:rPr>
              <a:t>📹 거미 이동/방향전환 시연 영상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손 추적 파이프라인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palm-local 좌표계 · 커플링 · DOF delta 트리거 · 대칭화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806440" cy="2514600"/>
          </a:xfrm>
          <a:prstGeom prst="rect">
            <a:avLst/>
          </a:prstGeom>
          <a:solidFill>
            <a:srgbClr val="0D0D2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D5"/>
                </a:solidFill>
                <a:latin typeface="Malgun Gothic"/>
              </a:rPr>
              <a:t>① palm-local 좌표계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Before: world 3D → 손목 방향에 따라 각도 왜곡
After:  검지~소지 = 2D 이미지 좌표 기반
        엄지/손목 = world frame 유지
→ 손목 회전 무관하게 안정적인 굴신각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188720"/>
            <a:ext cx="5806440" cy="2514600"/>
          </a:xfrm>
          <a:prstGeom prst="rect">
            <a:avLst/>
          </a:prstGeom>
          <a:solidFill>
            <a:srgbClr val="0D0D2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00"/>
                </a:solidFill>
                <a:latin typeface="Malgun Gothic"/>
              </a:rPr>
              <a:t>② 손가락 커플링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MCP / PIP / DIP = weighted composite
PIP = 1.5×,  DIP = 0.8×
→ 손가락 마디 간 자연스러운 연동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86200"/>
            <a:ext cx="5806440" cy="2514600"/>
          </a:xfrm>
          <a:prstGeom prst="rect">
            <a:avLst/>
          </a:prstGeom>
          <a:solidFill>
            <a:srgbClr val="0D0D2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0AD47"/>
                </a:solidFill>
                <a:latin typeface="Malgun Gothic"/>
              </a:rPr>
              <a:t>③ DOF delta 트리거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Before: animal joint L2 거리 비교
After:  캘리브 기준 DOF 변화량 직접 비교
        10프레임 연속 조건 (노이즈 오발동 방지)
→ 더 직관적이고 예측 가능한 트리거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886200"/>
            <a:ext cx="5806440" cy="2514600"/>
          </a:xfrm>
          <a:prstGeom prst="rect">
            <a:avLst/>
          </a:prstGeom>
          <a:solidFill>
            <a:srgbClr val="0D0D2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B9BD5"/>
                </a:solidFill>
                <a:latin typeface="Malgun Gothic"/>
              </a:rPr>
              <a:t>④ 좌우 scale 대칭화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l/r 대응 관절 scale_factor
= (left + right) / 2 평균 적용
→ 좌우 비대칭 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현재 시스템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전체 파이프라인 통합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40312" cy="5029200"/>
          </a:xfrm>
          <a:prstGeom prst="rect">
            <a:avLst/>
          </a:prstGeom>
          <a:solidFill>
            <a:srgbClr val="1A1A30"/>
          </a:solidFill>
          <a:ln w="19050">
            <a:solidFill>
              <a:srgbClr val="55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2876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  <a:latin typeface="Malgun Gothic"/>
              </a:rPr>
              <a:t>📹 전체 통합 시연 영상
[ 캘리브레이션 → 손가락 → 다리 제어 → 이동/방향 → 공격 트리거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미해결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현재 남아 있는 버그 및 미완성 항목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94360" cy="914400"/>
          </a:xfrm>
          <a:prstGeom prst="rect">
            <a:avLst/>
          </a:prstGeom>
          <a:solidFill>
            <a:srgbClr val="1A1A30"/>
          </a:solidFill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8988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algun Gothic"/>
              </a:rPr>
              <a:t>🔴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88720"/>
            <a:ext cx="10881360" cy="914400"/>
          </a:xfrm>
          <a:prstGeom prst="rect">
            <a:avLst/>
          </a:prstGeom>
          <a:solidFill>
            <a:srgbClr val="161626"/>
          </a:solidFill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44"/>
                </a:solidFill>
                <a:latin typeface="Malgun Gothic"/>
              </a:rPr>
              <a:t>Locomotion 속도 불안정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276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가만히 있어도 가끔 이동 / 멈춤 지연
→ MediaPipe 노이즈, velocity deadzone 튜닝 진행 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67712"/>
            <a:ext cx="594360" cy="914400"/>
          </a:xfrm>
          <a:prstGeom prst="rect">
            <a:avLst/>
          </a:prstGeom>
          <a:solidFill>
            <a:srgbClr val="1A1A30"/>
          </a:solidFill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algun Gothic"/>
              </a:rPr>
              <a:t>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267712"/>
            <a:ext cx="10881360" cy="914400"/>
          </a:xfrm>
          <a:prstGeom prst="rect">
            <a:avLst/>
          </a:prstGeom>
          <a:solidFill>
            <a:srgbClr val="161626"/>
          </a:solidFill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313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44"/>
                </a:solidFill>
                <a:latin typeface="Malgun Gothic"/>
              </a:rPr>
              <a:t>트리거 오발동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066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가만히 있어도 Attack 발동 / 애니메이션 속도 너무 빠름
→ hold=10f로 완화, 근본 원인 추가 분석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46704"/>
            <a:ext cx="594360" cy="914400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54787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algun Gothic"/>
              </a:rPr>
              <a:t>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346704"/>
            <a:ext cx="10881360" cy="914400"/>
          </a:xfrm>
          <a:prstGeom prst="rect">
            <a:avLst/>
          </a:prstGeom>
          <a:solidFill>
            <a:srgbClr val="161626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3924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Malgun Gothic"/>
              </a:rPr>
              <a:t>Death 뒤집기 미검증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856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bone axis Z→X 변경 후 Unity 실제 테스트 미완료
→ Play 모드에서 X/Y/Z 수동 확인 예정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25696"/>
            <a:ext cx="594360" cy="914400"/>
          </a:xfrm>
          <a:prstGeom prst="rect">
            <a:avLst/>
          </a:prstGeom>
          <a:solidFill>
            <a:srgbClr val="1A1A30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62686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algun Gothic"/>
              </a:rPr>
              <a:t>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425696"/>
            <a:ext cx="10881360" cy="914400"/>
          </a:xfrm>
          <a:prstGeom prst="rect">
            <a:avLst/>
          </a:prstGeom>
          <a:solidFill>
            <a:srgbClr val="161626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4714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Malgun Gothic"/>
              </a:rPr>
              <a:t>butterfly / fish base_anim 미설정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64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locomotion_config.json에 해당 동물 base_anim 비어있음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04688"/>
            <a:ext cx="594360" cy="914400"/>
          </a:xfrm>
          <a:prstGeom prst="rect">
            <a:avLst/>
          </a:prstGeom>
          <a:solidFill>
            <a:srgbClr val="1A1A30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705855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algun Gothic"/>
              </a:rPr>
              <a:t>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504688"/>
            <a:ext cx="10881360" cy="914400"/>
          </a:xfrm>
          <a:prstGeom prst="rect">
            <a:avLst/>
          </a:prstGeom>
          <a:solidFill>
            <a:srgbClr val="161626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55040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FollowCamera 거리/높이 튜닝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943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Malgun Gothic"/>
              </a:rPr>
              <a:t>distanceBack, height Inspector 조정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4FF"/>
                </a:solidFill>
                <a:latin typeface="Malgun Gothic"/>
              </a:rPr>
              <a:t>단기 / 중기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5029200"/>
          </a:xfrm>
          <a:prstGeom prst="rect">
            <a:avLst/>
          </a:prstGeom>
          <a:solidFill>
            <a:srgbClr val="0D1A30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9BD5"/>
                </a:solidFill>
                <a:latin typeface="Malgun Gothic"/>
              </a:rPr>
              <a:t>단기 — 이번 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Locomotion 안정화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velocity deadzone 최적값 확정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idleThreshold 정밀 튜닝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트리거 안정화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hold 프레임 추가 조정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트리거 delta 값 재설정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재생 속도(FPS) 파라미터화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Death 뒤집기 완성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bone axis X Unity 검증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안 되면 Y축 시도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760720" cy="5029200"/>
          </a:xfrm>
          <a:prstGeom prst="rect">
            <a:avLst/>
          </a:prstGeom>
          <a:solidFill>
            <a:srgbClr val="0D200D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0AD47"/>
                </a:solidFill>
                <a:latin typeface="Malgun Gothic"/>
              </a:rPr>
              <a:t>중기 — 다음 주 이후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말(Horse) 동물 추가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locomotion_config horse 설정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매핑 파이프라인 동일 적용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시연 영상 촬영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전체 시연 준비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안정화된 영상 촬영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다중 동물 전환 시연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>
              <a:spcBef>
                <a:spcPts val="300"/>
              </a:spcBef>
            </a:pPr>
            <a:r>
              <a:rPr sz="1500" b="1">
                <a:solidFill>
                  <a:srgbClr val="FFC000"/>
                </a:solidFill>
                <a:latin typeface="Malgun Gothic"/>
              </a:rPr>
              <a:t>선택 사항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LDA → min_distance 교체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Malgun Gothic"/>
              </a:rPr>
              <a:t>  • butterfly / fish 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Malgun Gothic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2423160"/>
            <a:ext cx="450799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✅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788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Blend 모드 파이프라인 완성 (버그 7개 수정)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47287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✅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447287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Locomotion 시스템 설계 및 기본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056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Malgun Gothic"/>
              </a:rPr>
              <a:t>✅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10565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손 추적 안정화 (palm-local, 커플링, 이산속도)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6402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  <a:latin typeface="Malgun Gothic"/>
              </a:rPr>
              <a:t>🔧 진행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76402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Locomotion / 트리거 튜닝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2239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D5"/>
                </a:solidFill>
                <a:latin typeface="Malgun Gothic"/>
              </a:rPr>
              <a:t>📌 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4223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Horse 추가, 전체 시연 영상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Malgun Gothic"/>
              </a:rPr>
              <a:t>HandAnimal Project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